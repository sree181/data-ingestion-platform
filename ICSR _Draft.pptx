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5"/>
  </p:normalViewPr>
  <p:slideViewPr>
    <p:cSldViewPr snapToGrid="0">
      <p:cViewPr varScale="1">
        <p:scale>
          <a:sx n="96" d="100"/>
          <a:sy n="96" d="100"/>
        </p:scale>
        <p:origin x="20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7F99-9D3C-2352-0983-2C682425D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77CFF-7101-19D3-6D71-CCB349969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7D7D7-E952-CAFD-1C10-1F98B7F0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333FD-9650-3C97-0595-819038A8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DEFC1-D9BC-F774-4FEA-003DCB35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3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8B77-6D60-3E26-90CF-9D3C2E3C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94DCA-25CE-0986-E3CE-E7A2F2EDC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C328-0E3D-D810-0A04-B1806946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71CD2-7C65-E39B-CF77-63A688994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1D5B3-06FA-D322-D77D-97DEB86E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6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CB45-7B28-3884-6A79-45B1BDC4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403AF-28B4-A792-4E4D-80F53F605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25E1E-0236-CDB7-BF7B-2516B241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F7B71-09FC-10FA-15FA-7D22678F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A6DBC-E086-2C02-0F5E-2BECCF01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4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DB88-4821-FF86-9CB4-1571253D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3B1E2-D67F-0278-C4E0-A44FDB265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6379D-1E1F-CF45-7353-644949611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81DDD-682E-74B5-96E9-E04BD55D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AACB2-8DE5-8B6B-BB18-7DCCA847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CD4C4-0EC5-A451-03B0-5C31187E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2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DF0A-7522-728E-45A2-A00AF3B6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FA2EC-9942-F342-300B-9F4CB97E4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E494F-A815-4827-8A53-5F9B915CF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D0DBE-118E-17B2-57E6-90EB54334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D07CB-D243-8127-21CF-C4FF0BA70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1BE43-9007-24FF-1CE9-C1ECE25B4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F6843C-12F7-37CD-90FB-1390C931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2B9F9-2F8B-BA41-E665-F9A88E29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12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FB5-FDD0-D869-F641-4BDE7BF8B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566BD-3022-2D26-1C30-1913C09B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E3C128-9AF0-725B-C39C-208D7A00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CE943-4DB2-2774-5FBD-F909522D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6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417A6-3CD3-3066-B348-65D0FC71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8C417-8C80-2665-7AB4-BE275E36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70130-8E09-9CCF-6F13-9F3541EF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8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1456-8417-31FB-E2C2-8E05BE8E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3EBB-4F48-D4A5-6035-1E48F517F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66759-3B17-D4D7-B3CD-26D76960E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81DFA-5623-3EBC-FAC6-9446146AA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9B392-3F5E-C290-1F28-CE980A47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AD6BB-FFCC-244C-DD64-0CFBEAB5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0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8A6E-7CD8-BDB5-29F6-C9CCC0B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7A8C2-B3A3-C433-7A82-E9DAFE21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4D5E4-6733-4B70-46FD-E2B853DD1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50D20-780B-70E1-B64B-D4782AB3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4776-079B-6A03-8CCA-08787282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D662C-C300-6F39-4DE5-C1C04429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0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4408-E7A0-3A98-CF5C-598DF11F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02CEE-137D-02FA-CFD9-340F4F235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78F2-5255-28B8-391F-065D45D3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1E7AB-C3AF-8CB0-CFEE-2F837D76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14C17-0172-D503-3BEF-A93095CA8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3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70962-533D-8115-9867-4E7EE14D1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2536F-6BD5-DF27-F7AF-65780F265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36923-704E-D39A-9D62-820CB941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7D435-B598-1248-E584-DEA2A0ED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B9AA7-E5FC-CAFF-3946-46F0CC4F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1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6C08D1-564A-D9D1-7388-792BAC02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E1417-62C2-54F3-C196-99D39581C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B7D98-60E6-0674-2A9E-E8D1AECB6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D1026-C0AA-194E-A694-C4599B92D11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9B7F3-9571-1712-FA0A-013644FB4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49F8E-01B1-49C3-4519-D3690051E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73115-841A-DB4C-A882-F3B3EAE42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2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BD9EF2E6-19F4-F778-0DFA-427EDDF2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256" y="2049472"/>
            <a:ext cx="7772400" cy="320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3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174763-7A76-700A-09F9-FD88A0745E67}"/>
              </a:ext>
            </a:extLst>
          </p:cNvPr>
          <p:cNvSpPr txBox="1"/>
          <p:nvPr/>
        </p:nvSpPr>
        <p:spPr>
          <a:xfrm>
            <a:off x="4784034" y="702366"/>
            <a:ext cx="3681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our Product Aligns to the Flow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BA035-617C-1C9C-7AF7-D683263E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23" y="1482515"/>
            <a:ext cx="10739981" cy="355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E8836-D0F3-3CA8-7216-1B446BE84363}"/>
              </a:ext>
            </a:extLst>
          </p:cNvPr>
          <p:cNvSpPr txBox="1"/>
          <p:nvPr/>
        </p:nvSpPr>
        <p:spPr>
          <a:xfrm>
            <a:off x="7341704" y="764122"/>
            <a:ext cx="365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Configurable Multisource Ingestion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297F0-7B98-5AD5-C80C-9E4A7B2C8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13" y="1133454"/>
            <a:ext cx="10884714" cy="4591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8371CD-FA43-130A-DDB3-9914192DAEAA}"/>
              </a:ext>
            </a:extLst>
          </p:cNvPr>
          <p:cNvSpPr txBox="1"/>
          <p:nvPr/>
        </p:nvSpPr>
        <p:spPr>
          <a:xfrm>
            <a:off x="2657061" y="579456"/>
            <a:ext cx="1689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Ingestion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BD123-9FC7-F0E2-0A03-A587C3E6EED0}"/>
              </a:ext>
            </a:extLst>
          </p:cNvPr>
          <p:cNvSpPr txBox="1"/>
          <p:nvPr/>
        </p:nvSpPr>
        <p:spPr>
          <a:xfrm>
            <a:off x="6485251" y="5909212"/>
            <a:ext cx="3962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In-build models for extracting Entities ,</a:t>
            </a:r>
          </a:p>
          <a:p>
            <a:r>
              <a:rPr lang="en-US" dirty="0"/>
              <a:t>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40626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8F611A-C872-4B0F-6F43-9900217C9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278" y="1033981"/>
            <a:ext cx="6568514" cy="3701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45BED0-2F9A-4378-36D5-8BC877BEB7ED}"/>
              </a:ext>
            </a:extLst>
          </p:cNvPr>
          <p:cNvSpPr txBox="1"/>
          <p:nvPr/>
        </p:nvSpPr>
        <p:spPr>
          <a:xfrm>
            <a:off x="3747280" y="446934"/>
            <a:ext cx="4697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 Source Configuration, Bring Any APIs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5DD379-A7B6-0979-F9EC-971029A1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55275"/>
            <a:ext cx="5323114" cy="255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1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791CB8-DB3D-C646-512D-C917BCFA0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839" y="725701"/>
            <a:ext cx="7772400" cy="364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2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AEEB14-099C-70E9-67B7-DBD32333A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86" y="588920"/>
            <a:ext cx="5520541" cy="3413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9B3F41-B16C-9E6D-B245-814E58BBB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61" y="2589463"/>
            <a:ext cx="6125818" cy="392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8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CF7D83-AE68-29A8-6B65-AB469CAB6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4" y="504612"/>
            <a:ext cx="5778652" cy="25077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72AEFD-3DB0-6629-FE24-6F0BB2A6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122" y="2352256"/>
            <a:ext cx="6394174" cy="40011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EFB3E6-3A46-D04E-9975-380C2105D1C0}"/>
              </a:ext>
            </a:extLst>
          </p:cNvPr>
          <p:cNvSpPr txBox="1"/>
          <p:nvPr/>
        </p:nvSpPr>
        <p:spPr>
          <a:xfrm>
            <a:off x="7805530" y="781878"/>
            <a:ext cx="3485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Extracted information in connected format in Knowledge 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40085-422D-FA78-25F4-D6015C579E2D}"/>
              </a:ext>
            </a:extLst>
          </p:cNvPr>
          <p:cNvSpPr txBox="1"/>
          <p:nvPr/>
        </p:nvSpPr>
        <p:spPr>
          <a:xfrm>
            <a:off x="549965" y="4352822"/>
            <a:ext cx="34853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drilldown capability , pin the information to your Investigation Board</a:t>
            </a:r>
          </a:p>
          <a:p>
            <a:r>
              <a:rPr lang="en-US" dirty="0"/>
              <a:t>Get all Documents with particular entity </a:t>
            </a:r>
          </a:p>
          <a:p>
            <a:r>
              <a:rPr lang="en-US" dirty="0"/>
              <a:t>Chat feature with only the selected documents </a:t>
            </a:r>
          </a:p>
        </p:txBody>
      </p:sp>
    </p:spTree>
    <p:extLst>
      <p:ext uri="{BB962C8B-B14F-4D97-AF65-F5344CB8AC3E}">
        <p14:creationId xmlns:p14="http://schemas.microsoft.com/office/powerpoint/2010/main" val="349079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12A876-A62C-02A7-BC27-DFFA094A8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51" y="644281"/>
            <a:ext cx="4335353" cy="2695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6862C7-2839-F03A-FF49-CB783B3AD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17" y="3429000"/>
            <a:ext cx="514787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5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A32F80C0-9302-1E3F-63BB-126B94DEB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94" y="664502"/>
            <a:ext cx="3124229" cy="47698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ED7770-E08B-D40C-10A3-FD32AB069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617" y="664502"/>
            <a:ext cx="5353983" cy="542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9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59</Words>
  <Application>Microsoft Macintosh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Sreehas Gopinathan</dc:creator>
  <cp:lastModifiedBy>Sreehas Gopinathan</cp:lastModifiedBy>
  <cp:revision>1</cp:revision>
  <dcterms:created xsi:type="dcterms:W3CDTF">2025-10-07T12:51:38Z</dcterms:created>
  <dcterms:modified xsi:type="dcterms:W3CDTF">2025-10-07T13:57:11Z</dcterms:modified>
</cp:coreProperties>
</file>